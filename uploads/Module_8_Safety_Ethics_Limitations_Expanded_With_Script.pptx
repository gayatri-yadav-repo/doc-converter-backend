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1203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14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 this module, we focus on using AI responsibly. As prompt engineers, it's critical to understand safety risks, ethical concerns, and system limitations so AI outputs do not cause harm.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AI-generated content can influence hiring, education, healthcare, and business decisions. Poor prompts can amplify bias, spread misinformation, or leak sensitive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Bias occurs when AI unfairly favors or disadvantages certain groups. This often reflects bias present in training data or ambiguous prompts.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Prompt — 'Suggest a good leader.' Output may favor certain genders or backgrounds. This shows how bias can appear unintentionally.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Check if outputs rely on stereotypes, exclude groups, or assume characteristics unrelated to skills or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Instead of 'Suggest a good female manager', use 'Suggest qualities of an effective manager based on skills and experience.'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Hallucinations happen when AI confidently provides false or made-up information, even when it sounds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Asking for a non-existent research paper citation may still produce a realistic but fake reference.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They occur due to missing data, vague prompts, or the model predicting language rather than verifying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strategies like asking for sources, restricting the scope, verifying answers externally, or allowing the model to say 'I don’t know.'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Secure prompting means designing prompts that avoid exposing private data or enabling misuse.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Entering real customer emails or passwords into prompts can accidentally expose sensitive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anonymized or dummy data, avoid confidential details, and follow data protection guidelines.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Red-teaming involves intentionally testing prompts to find vulnerabilities, misuse paths, or unsafe outputs.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Example: Testing if a chatbot can be tricked into revealing restricted information helps improve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Understanding ethics and safety helps build trustworthy AI systems that can be safely deployed in real-world applications.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Bias, hallucinations, and security risks are unavoidable but manageable. Ethical prompt engineering ensures safer and more reliable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9697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417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26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04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0991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3599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818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17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354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53002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7231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1977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651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24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6484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21301" y="6387910"/>
            <a:ext cx="990599" cy="228659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6133" y="6387910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55018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8546" y="6365498"/>
            <a:ext cx="3859795" cy="22866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383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262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Module 8: Safety, Ethics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Responsible Prompt Engineering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Safety &amp; Ethics Matter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Impact of AI outputs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B2474D-0DC2-A8C4-8246-40C27A4C2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7456" y="2320955"/>
            <a:ext cx="3818626" cy="25457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D660D8-4EB0-FB0B-15B1-CCA56E3E3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1471" y="3334110"/>
            <a:ext cx="1552756" cy="2329134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8.1 Bias &amp; Fairness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bias in AI?</a:t>
            </a: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Bias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scenario</a:t>
            </a: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Detecting Bias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How to identify bias</a:t>
            </a: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Neutral Phrasing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bias with prompts</a:t>
            </a: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8.2 Hallucinations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are hallucinations?</a:t>
            </a: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Hallucination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False confidence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Hallucinations Happen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Root causes</a:t>
            </a: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Mitigation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hallucinations</a:t>
            </a:r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8.3 Secure Prompting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secure prompting?</a:t>
            </a:r>
          </a:p>
        </p:txBody>
      </p:sp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Leak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 scenario</a:t>
            </a:r>
          </a:p>
        </p:txBody>
      </p:sp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Avoiding Data Leaks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practices</a:t>
            </a: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Red-Teaming Prompts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Testing for misuse</a:t>
            </a:r>
          </a:p>
        </p:txBody>
      </p:sp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Red-Teaming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Practical use</a:t>
            </a:r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Module 8 Is Critical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Responsible AI usage</a:t>
            </a: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students should remember</a:t>
            </a:r>
          </a:p>
        </p:txBody>
      </p:sp>
    </p:spTree>
  </p:cSld>
  <p:clrMapOvr>
    <a:masterClrMapping/>
  </p:clrMapOvr>
  <p:transition spd="slow">
    <p:wip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8</TotalTime>
  <Words>459</Words>
  <Application>Microsoft Office PowerPoint</Application>
  <PresentationFormat>On-screen Show (4:3)</PresentationFormat>
  <Paragraphs>51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 Boardroom</vt:lpstr>
      <vt:lpstr>Module 8: Safety, Ethics &amp; Limitations</vt:lpstr>
      <vt:lpstr>Why Safety &amp; Ethics Matter</vt:lpstr>
      <vt:lpstr>8.1 Bias &amp; Fairness</vt:lpstr>
      <vt:lpstr>Bias Example</vt:lpstr>
      <vt:lpstr>Detecting Bias</vt:lpstr>
      <vt:lpstr>Neutral Phrasing</vt:lpstr>
      <vt:lpstr>8.2 Hallucinations</vt:lpstr>
      <vt:lpstr>Hallucination Example</vt:lpstr>
      <vt:lpstr>Why Hallucinations Happen</vt:lpstr>
      <vt:lpstr>Mitigation Strategies</vt:lpstr>
      <vt:lpstr>8.3 Secure Prompting</vt:lpstr>
      <vt:lpstr>Data Leak Example</vt:lpstr>
      <vt:lpstr>Avoiding Data Leaks</vt:lpstr>
      <vt:lpstr>Red-Teaming Prompts</vt:lpstr>
      <vt:lpstr>Red-Teaming Example</vt:lpstr>
      <vt:lpstr>Why Module 8 Is Critical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gayatri yadav</cp:lastModifiedBy>
  <cp:revision>2</cp:revision>
  <dcterms:created xsi:type="dcterms:W3CDTF">2013-01-27T09:14:16Z</dcterms:created>
  <dcterms:modified xsi:type="dcterms:W3CDTF">2026-01-05T16:00:14Z</dcterms:modified>
  <cp:category/>
</cp:coreProperties>
</file>